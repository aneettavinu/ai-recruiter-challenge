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983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/>
              <a:t>INDIA RUNS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E1E1E"/>
                </a:solidFill>
              </a:defRPr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032092" y="5191081"/>
            <a:ext cx="358078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lang="en-IN" dirty="0"/>
              <a:t>KOTTACKATTU ANEETTA VINU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4C90C-9554-54E1-16CB-3FCED0FA0570}"/>
              </a:ext>
            </a:extLst>
          </p:cNvPr>
          <p:cNvSpPr txBox="1"/>
          <p:nvPr/>
        </p:nvSpPr>
        <p:spPr>
          <a:xfrm>
            <a:off x="2890684" y="232127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1E1E1E"/>
                </a:solidFill>
              </a:defRPr>
            </a:pPr>
            <a:r>
              <a:rPr lang="en-IN" sz="3200" b="1" dirty="0"/>
              <a:t>AI Candidate Ranking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E0D35-DC5D-6EBE-5880-B16294CC17E6}"/>
              </a:ext>
            </a:extLst>
          </p:cNvPr>
          <p:cNvSpPr txBox="1"/>
          <p:nvPr/>
        </p:nvSpPr>
        <p:spPr>
          <a:xfrm>
            <a:off x="8499987" y="5634750"/>
            <a:ext cx="2802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lang="en-IN" dirty="0"/>
              <a:t>Date: 01-07-2026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B5883-8362-7F9A-46EB-653356651655}"/>
              </a:ext>
            </a:extLst>
          </p:cNvPr>
          <p:cNvSpPr txBox="1"/>
          <p:nvPr/>
        </p:nvSpPr>
        <p:spPr>
          <a:xfrm>
            <a:off x="8712364" y="340097"/>
            <a:ext cx="31667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lang="en-IN" b="1" dirty="0">
                <a:solidFill>
                  <a:schemeClr val="bg1"/>
                </a:solidFill>
              </a:rPr>
              <a:t>Data &amp; AI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Recruiters rely heavily on keyword matching.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Good candidates are often missed.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Need an AI system that understands job requirements and candidate profiles semantically.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Understand job descriptions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Rank candidates intelligently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Use semantic embeddings + scoring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Generate explainable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CB31EF-C278-55F0-EF4F-6AE1F46BF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24302"/>
              </p:ext>
            </p:extLst>
          </p:nvPr>
        </p:nvGraphicFramePr>
        <p:xfrm>
          <a:off x="2502310" y="2331720"/>
          <a:ext cx="6238568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84090">
                  <a:extLst>
                    <a:ext uri="{9D8B030D-6E8A-4147-A177-3AD203B41FA5}">
                      <a16:colId xmlns:a16="http://schemas.microsoft.com/office/drawing/2014/main" val="216244932"/>
                    </a:ext>
                  </a:extLst>
                </a:gridCol>
                <a:gridCol w="3254478">
                  <a:extLst>
                    <a:ext uri="{9D8B030D-6E8A-4147-A177-3AD203B41FA5}">
                      <a16:colId xmlns:a16="http://schemas.microsoft.com/office/drawing/2014/main" val="2633548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02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candidates.jsonl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Candidate profiles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89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job_description.docx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Job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50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candidate_schema.json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Dataset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00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sample_submission.csv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59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validate_submission.py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Submission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63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1BA191-CDA1-051B-0657-1D2ED88CFE5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AE3A0-9F80-502D-94D8-2BAAB6EFA2C1}"/>
              </a:ext>
            </a:extLst>
          </p:cNvPr>
          <p:cNvSpPr/>
          <p:nvPr/>
        </p:nvSpPr>
        <p:spPr>
          <a:xfrm>
            <a:off x="3116826" y="117988"/>
            <a:ext cx="6056671" cy="3441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3151247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Sentence Transformers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Transformers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Scikit-learn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Pandas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NumPy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1E1E1E"/>
                </a:solidFill>
              </a:defRPr>
            </a:pPr>
            <a:r>
              <a:rPr dirty="0"/>
              <a:t>python-docx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1. Load candidates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2. Read Job Description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3. Generate embeddings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4. Compute similarity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5. Skill matching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6. Weighted scoring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7. Explainable ranking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/>
              <a:t>8. Generate submission.csv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Scoring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Semantic Similarity - 70%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Skill Match - 20%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Experience - 5%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GitHub/Profile/Open-to-Work - 5%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Explainable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Every recommendation includes: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Similarity Score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Skill Match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Experience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Platform Signals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Human-readable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Outputs Generated: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top_candidates.csv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submission.csv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Ranked candidates with reasoning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Recruiter-ready shortlist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Current: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Handles 100K candidates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Future: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Batch embeddings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FAISS Vector Search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LLM Re-ranking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Streamlit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✓ Semantic understanding instead of keyword search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✓ Explainable AI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✓ Hybrid scoring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✓ Modular architecture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✓ Recruiter-friendly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Multi-language resumes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Resume PDF parsing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Interview recommendation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Skill-gap analysis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Live ATS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B35F1-2F3C-6FFF-7E5B-3890FB7A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900FF-8D0B-C64C-E10C-60159A33416C}"/>
              </a:ext>
            </a:extLst>
          </p:cNvPr>
          <p:cNvSpPr txBox="1"/>
          <p:nvPr/>
        </p:nvSpPr>
        <p:spPr>
          <a:xfrm>
            <a:off x="457200" y="274320"/>
            <a:ext cx="23350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/>
              <a:t>Output Screen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3D1C68-4DF2-F536-07BC-FA8DB2EEDA72}"/>
              </a:ext>
            </a:extLst>
          </p:cNvPr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74F68-AA57-1DAF-05BF-029551BF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7" y="1163060"/>
            <a:ext cx="9035845" cy="48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2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3297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solidFill>
                  <a:srgbClr val="1E1E1E"/>
                </a:solidFill>
              </a:defRPr>
            </a:pPr>
            <a:r>
              <a:rPr dirty="0"/>
              <a:t>AI-powered semantic ranking improves hiring quality, transparency, and scalability while helping recruiters identify the best-fit candidates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300</Words>
  <Application>Microsoft Office PowerPoint</Application>
  <PresentationFormat>Custom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Aneetta Vinu</cp:lastModifiedBy>
  <cp:revision>8</cp:revision>
  <dcterms:created xsi:type="dcterms:W3CDTF">2013-01-27T09:14:16Z</dcterms:created>
  <dcterms:modified xsi:type="dcterms:W3CDTF">2026-07-01T15:51:15Z</dcterms:modified>
  <cp:category/>
</cp:coreProperties>
</file>